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nton Italics" charset="1" panose="00000500000000000000"/>
      <p:regular r:id="rId14"/>
    </p:embeddedFont>
    <p:embeddedFont>
      <p:font typeface="Antonio Italics" charset="1" panose="02000503000000000000"/>
      <p:regular r:id="rId15"/>
    </p:embeddedFont>
    <p:embeddedFont>
      <p:font typeface="Montserrat" charset="1" panose="00000500000000000000"/>
      <p:regular r:id="rId16"/>
    </p:embeddedFont>
    <p:embeddedFont>
      <p:font typeface="Montserrat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1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5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17.jpe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6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11" Target="../media/image19.jpe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18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0.jpe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17112" y="-66478"/>
            <a:ext cx="14775575" cy="10353478"/>
          </a:xfrm>
          <a:custGeom>
            <a:avLst/>
            <a:gdLst/>
            <a:ahLst/>
            <a:cxnLst/>
            <a:rect r="r" b="b" t="t" l="l"/>
            <a:pathLst>
              <a:path h="10353478" w="14775575">
                <a:moveTo>
                  <a:pt x="0" y="0"/>
                </a:moveTo>
                <a:lnTo>
                  <a:pt x="14775574" y="0"/>
                </a:lnTo>
                <a:lnTo>
                  <a:pt x="14775574" y="10353478"/>
                </a:lnTo>
                <a:lnTo>
                  <a:pt x="0" y="103534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173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3338277" y="503159"/>
            <a:ext cx="18561364" cy="9280682"/>
          </a:xfrm>
          <a:custGeom>
            <a:avLst/>
            <a:gdLst/>
            <a:ahLst/>
            <a:cxnLst/>
            <a:rect r="r" b="b" t="t" l="l"/>
            <a:pathLst>
              <a:path h="9280682" w="18561364">
                <a:moveTo>
                  <a:pt x="0" y="0"/>
                </a:moveTo>
                <a:lnTo>
                  <a:pt x="18561364" y="0"/>
                </a:lnTo>
                <a:lnTo>
                  <a:pt x="18561364" y="9280682"/>
                </a:lnTo>
                <a:lnTo>
                  <a:pt x="0" y="9280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59" y="3052861"/>
            <a:ext cx="3972652" cy="4114800"/>
          </a:xfrm>
          <a:custGeom>
            <a:avLst/>
            <a:gdLst/>
            <a:ahLst/>
            <a:cxnLst/>
            <a:rect r="r" b="b" t="t" l="l"/>
            <a:pathLst>
              <a:path h="4114800" w="3972652">
                <a:moveTo>
                  <a:pt x="0" y="0"/>
                </a:moveTo>
                <a:lnTo>
                  <a:pt x="3972652" y="0"/>
                </a:lnTo>
                <a:lnTo>
                  <a:pt x="3972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994959" y="982211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779429" y="-213089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401926" y="9822110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054645" y="2860257"/>
            <a:ext cx="3295040" cy="3548892"/>
          </a:xfrm>
          <a:custGeom>
            <a:avLst/>
            <a:gdLst/>
            <a:ahLst/>
            <a:cxnLst/>
            <a:rect r="r" b="b" t="t" l="l"/>
            <a:pathLst>
              <a:path h="3548892" w="3295040">
                <a:moveTo>
                  <a:pt x="0" y="0"/>
                </a:moveTo>
                <a:lnTo>
                  <a:pt x="3295041" y="0"/>
                </a:lnTo>
                <a:lnTo>
                  <a:pt x="3295041" y="3548892"/>
                </a:lnTo>
                <a:lnTo>
                  <a:pt x="0" y="3548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510" t="0" r="-151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91109" y="2783743"/>
            <a:ext cx="9068417" cy="2457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9"/>
              </a:lnSpc>
              <a:spcBef>
                <a:spcPct val="0"/>
              </a:spcBef>
            </a:pPr>
            <a:r>
              <a:rPr lang="en-US" sz="14321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PARKING LOT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91109" y="4771211"/>
            <a:ext cx="9068417" cy="245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49"/>
              </a:lnSpc>
              <a:spcBef>
                <a:spcPct val="0"/>
              </a:spcBef>
            </a:pPr>
            <a:r>
              <a:rPr lang="en-US" sz="14321" i="true">
                <a:solidFill>
                  <a:srgbClr val="FFFFFF"/>
                </a:solidFill>
                <a:latin typeface="Antonio Italics"/>
                <a:ea typeface="Antonio Italics"/>
                <a:cs typeface="Antonio Italics"/>
                <a:sym typeface="Antonio Italics"/>
              </a:rPr>
              <a:t>MANAGEMENT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-1928155" y="455367"/>
            <a:ext cx="17277841" cy="240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6"/>
              </a:lnSpc>
              <a:spcBef>
                <a:spcPct val="0"/>
              </a:spcBef>
            </a:pPr>
            <a:r>
              <a:rPr lang="en-US" sz="8222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N.B.K.R INSTITUTE OF SCIENCE AND TECHNOLOGY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05612" y="7150832"/>
            <a:ext cx="6623923" cy="245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49"/>
              </a:lnSpc>
              <a:spcBef>
                <a:spcPct val="0"/>
              </a:spcBef>
            </a:pPr>
            <a:r>
              <a:rPr lang="en-US" sz="14321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BATCH-09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93950" y="2987540"/>
            <a:ext cx="12037047" cy="175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10"/>
              </a:lnSpc>
            </a:pPr>
            <a:r>
              <a:rPr lang="en-US" sz="11921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PRESENTATION BY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42872" y="2085824"/>
            <a:ext cx="3972652" cy="4114800"/>
          </a:xfrm>
          <a:custGeom>
            <a:avLst/>
            <a:gdLst/>
            <a:ahLst/>
            <a:cxnLst/>
            <a:rect r="r" b="b" t="t" l="l"/>
            <a:pathLst>
              <a:path h="4114800" w="3972652">
                <a:moveTo>
                  <a:pt x="0" y="0"/>
                </a:moveTo>
                <a:lnTo>
                  <a:pt x="3972652" y="0"/>
                </a:lnTo>
                <a:lnTo>
                  <a:pt x="3972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285347" y="0"/>
            <a:ext cx="7002653" cy="10287000"/>
            <a:chOff x="0" y="0"/>
            <a:chExt cx="1084894" cy="1593725"/>
          </a:xfrm>
        </p:grpSpPr>
        <p:sp>
          <p:nvSpPr>
            <p:cNvPr name="Freeform 5" id="5"/>
            <p:cNvSpPr/>
            <p:nvPr/>
          </p:nvSpPr>
          <p:spPr>
            <a:xfrm flipH="true" flipV="false" rot="0">
              <a:off x="0" y="0"/>
              <a:ext cx="108489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84894">
                  <a:moveTo>
                    <a:pt x="1084894" y="0"/>
                  </a:moveTo>
                  <a:lnTo>
                    <a:pt x="0" y="0"/>
                  </a:lnTo>
                  <a:lnTo>
                    <a:pt x="0" y="1593725"/>
                  </a:lnTo>
                  <a:lnTo>
                    <a:pt x="1084894" y="1593725"/>
                  </a:lnTo>
                  <a:close/>
                </a:path>
              </a:pathLst>
            </a:custGeom>
            <a:blipFill>
              <a:blip r:embed="rId4"/>
              <a:stretch>
                <a:fillRect l="-60244" t="0" r="-60244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8055483" y="2669260"/>
            <a:ext cx="10677038" cy="5338519"/>
          </a:xfrm>
          <a:custGeom>
            <a:avLst/>
            <a:gdLst/>
            <a:ahLst/>
            <a:cxnLst/>
            <a:rect r="r" b="b" t="t" l="l"/>
            <a:pathLst>
              <a:path h="5338519" w="10677038">
                <a:moveTo>
                  <a:pt x="0" y="0"/>
                </a:moveTo>
                <a:lnTo>
                  <a:pt x="10677038" y="0"/>
                </a:lnTo>
                <a:lnTo>
                  <a:pt x="10677038" y="5338519"/>
                </a:lnTo>
                <a:lnTo>
                  <a:pt x="0" y="533851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7643" y="6296529"/>
            <a:ext cx="12037047" cy="307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2"/>
              </a:lnSpc>
            </a:pPr>
            <a:r>
              <a:rPr lang="en-US" sz="440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CH.SURENDRA(24KB1A0588)</a:t>
            </a:r>
          </a:p>
          <a:p>
            <a:pPr algn="l">
              <a:lnSpc>
                <a:spcPts val="6587"/>
              </a:lnSpc>
            </a:pPr>
            <a:r>
              <a:rPr lang="en-US" sz="47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CH.PAVAN KUMAR(24KB1A05B3)</a:t>
            </a:r>
          </a:p>
          <a:p>
            <a:pPr algn="l">
              <a:lnSpc>
                <a:spcPts val="5950"/>
              </a:lnSpc>
            </a:pPr>
            <a:r>
              <a:rPr lang="en-US" sz="4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D.LAKSHMI NARASIMHA(24KB1A05C8)</a:t>
            </a:r>
          </a:p>
          <a:p>
            <a:pPr algn="l">
              <a:lnSpc>
                <a:spcPts val="5950"/>
              </a:lnSpc>
            </a:pPr>
            <a:r>
              <a:rPr lang="en-US" sz="425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U.LOKESH(24KB1A05LU)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940461" y="982211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145538" y="-195019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421" t="0" r="-148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940461" y="982211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25701" y="3645335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0" y="0"/>
                </a:moveTo>
                <a:lnTo>
                  <a:pt x="3508802" y="0"/>
                </a:lnTo>
                <a:lnTo>
                  <a:pt x="350880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56251" y="915353"/>
            <a:ext cx="10841349" cy="2287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90"/>
              </a:lnSpc>
              <a:spcBef>
                <a:spcPct val="0"/>
              </a:spcBef>
            </a:pPr>
            <a:r>
              <a:rPr lang="en-US" sz="13421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170293" y="4223360"/>
            <a:ext cx="14118470" cy="420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2"/>
              </a:lnSpc>
            </a:pPr>
            <a:r>
              <a:rPr lang="en-US" sz="55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STEP 1: ENTER THE VEHICAL NUMBER</a:t>
            </a:r>
          </a:p>
          <a:p>
            <a:pPr algn="ctr">
              <a:lnSpc>
                <a:spcPts val="7762"/>
              </a:lnSpc>
            </a:pPr>
            <a:r>
              <a:rPr lang="en-US" sz="554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2:CHECK AVALABILITY</a:t>
            </a:r>
          </a:p>
          <a:p>
            <a:pPr algn="ctr">
              <a:lnSpc>
                <a:spcPts val="9808"/>
              </a:lnSpc>
            </a:pPr>
            <a:r>
              <a:rPr lang="en-US" sz="700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3:ASSIGNE SLOT</a:t>
            </a:r>
          </a:p>
          <a:p>
            <a:pPr algn="ctr">
              <a:lnSpc>
                <a:spcPts val="8173"/>
              </a:lnSpc>
            </a:pPr>
            <a:r>
              <a:rPr lang="en-US" sz="58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STEP 4:LOG ENTER TIME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453749" y="8951595"/>
            <a:ext cx="338050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BORCELLE CAR DEALER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4928" y="990600"/>
            <a:ext cx="338050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BORCELLE CAR DEALER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5504899" y="3086100"/>
            <a:ext cx="3508802" cy="4114800"/>
          </a:xfrm>
          <a:custGeom>
            <a:avLst/>
            <a:gdLst/>
            <a:ahLst/>
            <a:cxnLst/>
            <a:rect r="r" b="b" t="t" l="l"/>
            <a:pathLst>
              <a:path h="4114800" w="3508802">
                <a:moveTo>
                  <a:pt x="3508802" y="0"/>
                </a:moveTo>
                <a:lnTo>
                  <a:pt x="0" y="0"/>
                </a:lnTo>
                <a:lnTo>
                  <a:pt x="0" y="4114800"/>
                </a:lnTo>
                <a:lnTo>
                  <a:pt x="3508802" y="4114800"/>
                </a:lnTo>
                <a:lnTo>
                  <a:pt x="3508802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2014697" y="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8280" y="3355774"/>
            <a:ext cx="396278" cy="396278"/>
            <a:chOff x="0" y="0"/>
            <a:chExt cx="104369" cy="1043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369" cy="104369"/>
            </a:xfrm>
            <a:custGeom>
              <a:avLst/>
              <a:gdLst/>
              <a:ahLst/>
              <a:cxnLst/>
              <a:rect r="r" b="b" t="t" l="l"/>
              <a:pathLst>
                <a:path h="104369" w="104369">
                  <a:moveTo>
                    <a:pt x="0" y="0"/>
                  </a:moveTo>
                  <a:lnTo>
                    <a:pt x="104369" y="0"/>
                  </a:lnTo>
                  <a:lnTo>
                    <a:pt x="104369" y="104369"/>
                  </a:lnTo>
                  <a:lnTo>
                    <a:pt x="0" y="104369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04369" cy="132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08573" y="3355774"/>
            <a:ext cx="396278" cy="396278"/>
            <a:chOff x="0" y="0"/>
            <a:chExt cx="104369" cy="1043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369" cy="104369"/>
            </a:xfrm>
            <a:custGeom>
              <a:avLst/>
              <a:gdLst/>
              <a:ahLst/>
              <a:cxnLst/>
              <a:rect r="r" b="b" t="t" l="l"/>
              <a:pathLst>
                <a:path h="104369" w="104369">
                  <a:moveTo>
                    <a:pt x="0" y="0"/>
                  </a:moveTo>
                  <a:lnTo>
                    <a:pt x="104369" y="0"/>
                  </a:lnTo>
                  <a:lnTo>
                    <a:pt x="104369" y="104369"/>
                  </a:lnTo>
                  <a:lnTo>
                    <a:pt x="0" y="104369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04369" cy="1329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9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85347" y="0"/>
            <a:ext cx="7002653" cy="10287000"/>
            <a:chOff x="0" y="0"/>
            <a:chExt cx="1084894" cy="15937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8489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84894">
                  <a:moveTo>
                    <a:pt x="0" y="0"/>
                  </a:moveTo>
                  <a:lnTo>
                    <a:pt x="1084894" y="0"/>
                  </a:lnTo>
                  <a:lnTo>
                    <a:pt x="108489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86268" t="0" r="-48774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5400000">
            <a:off x="7776110" y="2474240"/>
            <a:ext cx="10677038" cy="5338519"/>
          </a:xfrm>
          <a:custGeom>
            <a:avLst/>
            <a:gdLst/>
            <a:ahLst/>
            <a:cxnLst/>
            <a:rect r="r" b="b" t="t" l="l"/>
            <a:pathLst>
              <a:path h="5338519" w="10677038">
                <a:moveTo>
                  <a:pt x="0" y="0"/>
                </a:moveTo>
                <a:lnTo>
                  <a:pt x="10677038" y="0"/>
                </a:lnTo>
                <a:lnTo>
                  <a:pt x="10677038" y="5338520"/>
                </a:lnTo>
                <a:lnTo>
                  <a:pt x="0" y="53385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911398" y="6172200"/>
            <a:ext cx="3972652" cy="4114800"/>
          </a:xfrm>
          <a:custGeom>
            <a:avLst/>
            <a:gdLst/>
            <a:ahLst/>
            <a:cxnLst/>
            <a:rect r="r" b="b" t="t" l="l"/>
            <a:pathLst>
              <a:path h="4114800" w="3972652">
                <a:moveTo>
                  <a:pt x="0" y="0"/>
                </a:moveTo>
                <a:lnTo>
                  <a:pt x="3972653" y="0"/>
                </a:lnTo>
                <a:lnTo>
                  <a:pt x="3972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-435000" y="1296413"/>
            <a:ext cx="18389579" cy="2455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49"/>
              </a:lnSpc>
              <a:spcBef>
                <a:spcPct val="0"/>
              </a:spcBef>
            </a:pPr>
            <a:r>
              <a:rPr lang="en-US" sz="14321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CONTENT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84558" y="4819890"/>
            <a:ext cx="10425823" cy="2803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9"/>
              </a:lnSpc>
            </a:pPr>
            <a:r>
              <a:rPr lang="en-US" sz="39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*SYSTEM CHECKS CURRENT LOT OCCUPANCY</a:t>
            </a:r>
          </a:p>
          <a:p>
            <a:pPr algn="l">
              <a:lnSpc>
                <a:spcPts val="5569"/>
              </a:lnSpc>
            </a:pPr>
            <a:r>
              <a:rPr lang="en-US" sz="397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*DISPLAY AVAILABLE SLOTS IN REAL TIME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84558" y="7656964"/>
            <a:ext cx="9300789" cy="1706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03"/>
              </a:lnSpc>
            </a:pPr>
            <a:r>
              <a:rPr lang="en-US" sz="493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*ALERT IF FULL CAPACITY IS REACHED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3114629" y="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559567" y="9363456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830308" y="1998027"/>
            <a:ext cx="6073622" cy="6290946"/>
          </a:xfrm>
          <a:custGeom>
            <a:avLst/>
            <a:gdLst/>
            <a:ahLst/>
            <a:cxnLst/>
            <a:rect r="r" b="b" t="t" l="l"/>
            <a:pathLst>
              <a:path h="6290946" w="6073622">
                <a:moveTo>
                  <a:pt x="6073622" y="0"/>
                </a:moveTo>
                <a:lnTo>
                  <a:pt x="0" y="0"/>
                </a:lnTo>
                <a:lnTo>
                  <a:pt x="0" y="6290946"/>
                </a:lnTo>
                <a:lnTo>
                  <a:pt x="6073622" y="6290946"/>
                </a:lnTo>
                <a:lnTo>
                  <a:pt x="6073622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59841" y="0"/>
            <a:ext cx="7002653" cy="10287000"/>
            <a:chOff x="0" y="0"/>
            <a:chExt cx="1084894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489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84894">
                  <a:moveTo>
                    <a:pt x="0" y="0"/>
                  </a:moveTo>
                  <a:lnTo>
                    <a:pt x="1084894" y="0"/>
                  </a:lnTo>
                  <a:lnTo>
                    <a:pt x="108489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0" t="-1086" r="0" b="-1086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5400000">
            <a:off x="-1564967" y="2474240"/>
            <a:ext cx="10677038" cy="5338519"/>
          </a:xfrm>
          <a:custGeom>
            <a:avLst/>
            <a:gdLst/>
            <a:ahLst/>
            <a:cxnLst/>
            <a:rect r="r" b="b" t="t" l="l"/>
            <a:pathLst>
              <a:path h="5338519" w="10677038">
                <a:moveTo>
                  <a:pt x="10677039" y="5338520"/>
                </a:moveTo>
                <a:lnTo>
                  <a:pt x="0" y="5338520"/>
                </a:lnTo>
                <a:lnTo>
                  <a:pt x="0" y="0"/>
                </a:lnTo>
                <a:lnTo>
                  <a:pt x="10677039" y="0"/>
                </a:lnTo>
                <a:lnTo>
                  <a:pt x="10677039" y="53385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8172" y="9363456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14629" y="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56794" y="2766294"/>
            <a:ext cx="4010092" cy="7048472"/>
          </a:xfrm>
          <a:custGeom>
            <a:avLst/>
            <a:gdLst/>
            <a:ahLst/>
            <a:cxnLst/>
            <a:rect r="r" b="b" t="t" l="l"/>
            <a:pathLst>
              <a:path h="7048472" w="4010092">
                <a:moveTo>
                  <a:pt x="0" y="0"/>
                </a:moveTo>
                <a:lnTo>
                  <a:pt x="4010092" y="0"/>
                </a:lnTo>
                <a:lnTo>
                  <a:pt x="4010092" y="7048472"/>
                </a:lnTo>
                <a:lnTo>
                  <a:pt x="0" y="704847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783" r="0" b="-78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035772" y="531565"/>
            <a:ext cx="11958825" cy="209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330"/>
              </a:lnSpc>
            </a:pPr>
            <a:r>
              <a:rPr lang="en-US" sz="14200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SAMPLE CODE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4928" y="990600"/>
            <a:ext cx="338050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BORCELLE CAR DEALER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1923" y="1709219"/>
            <a:ext cx="10861964" cy="1970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9"/>
              </a:lnSpc>
            </a:pPr>
            <a:r>
              <a:rPr lang="en-US" sz="13321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SAMPLE OUTPUT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1114880" y="5143500"/>
            <a:ext cx="3972652" cy="4114800"/>
          </a:xfrm>
          <a:custGeom>
            <a:avLst/>
            <a:gdLst/>
            <a:ahLst/>
            <a:cxnLst/>
            <a:rect r="r" b="b" t="t" l="l"/>
            <a:pathLst>
              <a:path h="4114800" w="3972652">
                <a:moveTo>
                  <a:pt x="0" y="0"/>
                </a:moveTo>
                <a:lnTo>
                  <a:pt x="3972652" y="0"/>
                </a:lnTo>
                <a:lnTo>
                  <a:pt x="3972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49641" y="0"/>
            <a:ext cx="8038359" cy="10287000"/>
            <a:chOff x="0" y="0"/>
            <a:chExt cx="1245352" cy="15937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5352" cy="1593725"/>
            </a:xfrm>
            <a:custGeom>
              <a:avLst/>
              <a:gdLst/>
              <a:ahLst/>
              <a:cxnLst/>
              <a:rect r="r" b="b" t="t" l="l"/>
              <a:pathLst>
                <a:path h="1593725" w="1245352">
                  <a:moveTo>
                    <a:pt x="0" y="0"/>
                  </a:moveTo>
                  <a:lnTo>
                    <a:pt x="1245352" y="0"/>
                  </a:lnTo>
                  <a:lnTo>
                    <a:pt x="124535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37530" t="0" r="-55638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7580381" y="2474240"/>
            <a:ext cx="10677038" cy="5338519"/>
          </a:xfrm>
          <a:custGeom>
            <a:avLst/>
            <a:gdLst/>
            <a:ahLst/>
            <a:cxnLst/>
            <a:rect r="r" b="b" t="t" l="l"/>
            <a:pathLst>
              <a:path h="5338519" w="10677038">
                <a:moveTo>
                  <a:pt x="0" y="0"/>
                </a:moveTo>
                <a:lnTo>
                  <a:pt x="10677038" y="0"/>
                </a:lnTo>
                <a:lnTo>
                  <a:pt x="10677038" y="5338520"/>
                </a:lnTo>
                <a:lnTo>
                  <a:pt x="0" y="5338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45538" y="-195019"/>
            <a:ext cx="7315200" cy="1847088"/>
          </a:xfrm>
          <a:custGeom>
            <a:avLst/>
            <a:gdLst/>
            <a:ahLst/>
            <a:cxnLst/>
            <a:rect r="r" b="b" t="t" l="l"/>
            <a:pathLst>
              <a:path h="1847088" w="7315200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940461" y="982211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66024" y="4953152"/>
            <a:ext cx="6737863" cy="6812728"/>
          </a:xfrm>
          <a:custGeom>
            <a:avLst/>
            <a:gdLst/>
            <a:ahLst/>
            <a:cxnLst/>
            <a:rect r="r" b="b" t="t" l="l"/>
            <a:pathLst>
              <a:path h="6812728" w="6737863">
                <a:moveTo>
                  <a:pt x="0" y="0"/>
                </a:moveTo>
                <a:lnTo>
                  <a:pt x="6737863" y="0"/>
                </a:lnTo>
                <a:lnTo>
                  <a:pt x="6737863" y="6812728"/>
                </a:lnTo>
                <a:lnTo>
                  <a:pt x="0" y="681272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9847" y="2097919"/>
            <a:ext cx="3972652" cy="4114800"/>
          </a:xfrm>
          <a:custGeom>
            <a:avLst/>
            <a:gdLst/>
            <a:ahLst/>
            <a:cxnLst/>
            <a:rect r="r" b="b" t="t" l="l"/>
            <a:pathLst>
              <a:path h="4114800" w="3972652">
                <a:moveTo>
                  <a:pt x="0" y="0"/>
                </a:moveTo>
                <a:lnTo>
                  <a:pt x="3972653" y="0"/>
                </a:lnTo>
                <a:lnTo>
                  <a:pt x="3972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85347" y="0"/>
            <a:ext cx="7002653" cy="10287000"/>
            <a:chOff x="0" y="0"/>
            <a:chExt cx="1084894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489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84894">
                  <a:moveTo>
                    <a:pt x="0" y="0"/>
                  </a:moveTo>
                  <a:lnTo>
                    <a:pt x="1084894" y="0"/>
                  </a:lnTo>
                  <a:lnTo>
                    <a:pt x="108489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23385" t="-24980" r="0" b="-1086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5400000">
            <a:off x="8203558" y="2474240"/>
            <a:ext cx="10677038" cy="5338519"/>
          </a:xfrm>
          <a:custGeom>
            <a:avLst/>
            <a:gdLst/>
            <a:ahLst/>
            <a:cxnLst/>
            <a:rect r="r" b="b" t="t" l="l"/>
            <a:pathLst>
              <a:path h="5338519" w="10677038">
                <a:moveTo>
                  <a:pt x="0" y="0"/>
                </a:moveTo>
                <a:lnTo>
                  <a:pt x="10677038" y="0"/>
                </a:lnTo>
                <a:lnTo>
                  <a:pt x="10677038" y="5338520"/>
                </a:lnTo>
                <a:lnTo>
                  <a:pt x="0" y="5338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6480" y="1682982"/>
            <a:ext cx="12118697" cy="328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3"/>
              </a:lnSpc>
              <a:spcBef>
                <a:spcPct val="0"/>
              </a:spcBef>
            </a:pPr>
            <a:r>
              <a:rPr lang="en-US" sz="19138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CODE LINK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940461" y="982211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499781"/>
            <a:ext cx="16889492" cy="160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91"/>
              </a:lnSpc>
              <a:spcBef>
                <a:spcPct val="0"/>
              </a:spcBef>
            </a:pPr>
            <a:r>
              <a:rPr lang="en-US" sz="9422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HTTPS://ONLINEGDB.COM/LQ87SRMJ0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4040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29847" y="2097919"/>
            <a:ext cx="3972652" cy="4114800"/>
          </a:xfrm>
          <a:custGeom>
            <a:avLst/>
            <a:gdLst/>
            <a:ahLst/>
            <a:cxnLst/>
            <a:rect r="r" b="b" t="t" l="l"/>
            <a:pathLst>
              <a:path h="4114800" w="3972652">
                <a:moveTo>
                  <a:pt x="0" y="0"/>
                </a:moveTo>
                <a:lnTo>
                  <a:pt x="3972653" y="0"/>
                </a:lnTo>
                <a:lnTo>
                  <a:pt x="39726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285347" y="0"/>
            <a:ext cx="7002653" cy="10287000"/>
            <a:chOff x="0" y="0"/>
            <a:chExt cx="1084894" cy="1593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489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84894">
                  <a:moveTo>
                    <a:pt x="0" y="0"/>
                  </a:moveTo>
                  <a:lnTo>
                    <a:pt x="1084894" y="0"/>
                  </a:lnTo>
                  <a:lnTo>
                    <a:pt x="108489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4"/>
              <a:stretch>
                <a:fillRect l="-23385" t="-24980" r="0" b="-1086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5400000">
            <a:off x="8203558" y="2474240"/>
            <a:ext cx="10677038" cy="5338519"/>
          </a:xfrm>
          <a:custGeom>
            <a:avLst/>
            <a:gdLst/>
            <a:ahLst/>
            <a:cxnLst/>
            <a:rect r="r" b="b" t="t" l="l"/>
            <a:pathLst>
              <a:path h="5338519" w="10677038">
                <a:moveTo>
                  <a:pt x="0" y="0"/>
                </a:moveTo>
                <a:lnTo>
                  <a:pt x="10677038" y="0"/>
                </a:lnTo>
                <a:lnTo>
                  <a:pt x="10677038" y="5338520"/>
                </a:lnTo>
                <a:lnTo>
                  <a:pt x="0" y="533852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56480" y="1682982"/>
            <a:ext cx="12118697" cy="328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93"/>
              </a:lnSpc>
              <a:spcBef>
                <a:spcPct val="0"/>
              </a:spcBef>
            </a:pPr>
            <a:r>
              <a:rPr lang="en-US" sz="19138" i="true">
                <a:solidFill>
                  <a:srgbClr val="5CE1E6"/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940461" y="9822110"/>
            <a:ext cx="7520277" cy="464890"/>
          </a:xfrm>
          <a:custGeom>
            <a:avLst/>
            <a:gdLst/>
            <a:ahLst/>
            <a:cxnLst/>
            <a:rect r="r" b="b" t="t" l="l"/>
            <a:pathLst>
              <a:path h="464890" w="7520277">
                <a:moveTo>
                  <a:pt x="0" y="0"/>
                </a:moveTo>
                <a:lnTo>
                  <a:pt x="7520277" y="0"/>
                </a:lnTo>
                <a:lnTo>
                  <a:pt x="7520277" y="464890"/>
                </a:lnTo>
                <a:lnTo>
                  <a:pt x="0" y="464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DAGmFVI2qFs</dc:identifier>
  <dcterms:modified xsi:type="dcterms:W3CDTF">2011-08-01T06:04:30Z</dcterms:modified>
  <cp:revision>1</cp:revision>
  <dc:title>Black and Blue Modern Simple Car Dealer Presentation</dc:title>
</cp:coreProperties>
</file>